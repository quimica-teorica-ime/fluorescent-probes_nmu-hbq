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2874" y="-3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5EB45-3404-00CE-0251-D8536254C3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3B6B4B-F577-62BA-660C-7EA55BFA49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F66A59-E21F-19A8-4D81-356305B14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D270B-969B-45F8-A2F1-026DFE6789D9}" type="datetimeFigureOut">
              <a:rPr lang="pt-BR" smtClean="0"/>
              <a:t>02/09/2025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E997EF-2DA1-9D2F-AB4A-06F274A31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0AD3AE-A90A-2DAF-00BC-3030F4DAE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C78B8-867E-4580-95D6-FD938821F170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7208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F975D-D32C-C8BF-1F5D-7BF13732C7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848FD2-68A8-990D-317A-7C9F070EFD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54DF32-566C-D233-B058-8EDA24F4B6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D270B-969B-45F8-A2F1-026DFE6789D9}" type="datetimeFigureOut">
              <a:rPr lang="pt-BR" smtClean="0"/>
              <a:t>02/09/2025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2A38A6-7B59-C550-681B-6C61EFFDD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BE59F4-9445-24B6-FEF2-013216A02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C78B8-867E-4580-95D6-FD938821F170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961474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61283-E211-2C0A-5BE7-175A892408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26D1D3-3CE4-04B6-B750-DDAB6A511A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7D6A3C-2C77-B814-879A-E817D0FF9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D270B-969B-45F8-A2F1-026DFE6789D9}" type="datetimeFigureOut">
              <a:rPr lang="pt-BR" smtClean="0"/>
              <a:t>02/09/2025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6AE69D-9531-14E4-FDE6-E2F9B0CDC2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118C00-1D68-2D1A-F86C-949C8D73F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C78B8-867E-4580-95D6-FD938821F170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047018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E3E17C-830D-C37B-4A5E-1914A6A2D0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DE9A6A-061F-9A7E-64CA-2FCBFA076B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0AC274-414B-E4D8-A3A9-8E2E8B21A0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337E94-579C-8B62-A3D1-0431554B36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D270B-969B-45F8-A2F1-026DFE6789D9}" type="datetimeFigureOut">
              <a:rPr lang="pt-BR" smtClean="0"/>
              <a:t>02/09/2025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20441D-75CD-2E92-4DEF-A2367C7550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83159F-3543-0CA5-77B0-240624ABD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C78B8-867E-4580-95D6-FD938821F170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685355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2B260-26B8-7E44-5515-E4313558C9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3663BE-6035-337F-FA10-5462E7D268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9EF994-483A-54EA-7103-47FBA0B918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12205A-90A4-BF82-5C4F-E78CBEC49D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826012-322E-7B80-8E1B-5DFB752F1F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2631B16-5752-50F2-DCDA-9AEFD74C0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D270B-969B-45F8-A2F1-026DFE6789D9}" type="datetimeFigureOut">
              <a:rPr lang="pt-BR" smtClean="0"/>
              <a:t>02/09/2025</a:t>
            </a:fld>
            <a:endParaRPr lang="pt-B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079F6E6-4749-0721-EDFB-B02FE5E69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EF465E0-60CE-7EE3-C489-C12EAA9BC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C78B8-867E-4580-95D6-FD938821F170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385293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1519C-4DF2-C67B-C998-076F06D57D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12EA5C-C404-82C4-EE63-001E1DB31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D270B-969B-45F8-A2F1-026DFE6789D9}" type="datetimeFigureOut">
              <a:rPr lang="pt-BR" smtClean="0"/>
              <a:t>02/09/2025</a:t>
            </a:fld>
            <a:endParaRPr lang="pt-B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1AB4FB-87D3-E7C6-0F36-EF28605EE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5427DC-A687-BE91-CB12-98A99D580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C78B8-867E-4580-95D6-FD938821F170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434777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872CAA0-60E5-B6EF-83E7-5FC7CCD93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D270B-969B-45F8-A2F1-026DFE6789D9}" type="datetimeFigureOut">
              <a:rPr lang="pt-BR" smtClean="0"/>
              <a:t>02/09/2025</a:t>
            </a:fld>
            <a:endParaRPr lang="pt-B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611FB8-D77D-8439-4E48-608548235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C69676-F76D-457A-E75B-7D1E42CD3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C78B8-867E-4580-95D6-FD938821F170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294803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6BBD7-741D-B070-A400-E191A85C90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B6496E-6688-40D7-9407-7C77386043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3F060E-8DDC-12E3-B88F-7EFCA69551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A3A352-735F-1BE8-347D-52B8914DF3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D270B-969B-45F8-A2F1-026DFE6789D9}" type="datetimeFigureOut">
              <a:rPr lang="pt-BR" smtClean="0"/>
              <a:t>02/09/2025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D3025E-AF86-954F-B7E0-9C83447987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3EAAB9-1DD8-F140-340C-CC6168C1F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C78B8-867E-4580-95D6-FD938821F170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822516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6CB9D-B0C8-6737-576D-AD82538053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0449F6-61C8-5F96-B695-53C0481BC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FB7411-40A4-A5FE-C79D-BEDC474285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F8D97A-537F-C105-D3CC-4BE569477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D270B-969B-45F8-A2F1-026DFE6789D9}" type="datetimeFigureOut">
              <a:rPr lang="pt-BR" smtClean="0"/>
              <a:t>02/09/2025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BD3DEC-F15B-ABC6-171A-C900524E4E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AF5641-915B-48C8-3A8C-C288D75F3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C78B8-867E-4580-95D6-FD938821F170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062575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DB999-1271-4037-9C2E-13E23F29B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AF186C-7AA1-9E86-DBA1-22B6D9AD86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9F2A5D-04D7-F524-C16B-4AAE1AB49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D270B-969B-45F8-A2F1-026DFE6789D9}" type="datetimeFigureOut">
              <a:rPr lang="pt-BR" smtClean="0"/>
              <a:t>02/09/2025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912B24-23FB-CD75-5DAF-975AA8506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7ADC96-5805-CB7B-6D62-A47535BEC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C78B8-867E-4580-95D6-FD938821F170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198742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3A614D8-D64F-A678-5AA1-21F4FD53F4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59187C-3D3F-70F0-F534-F7181E03D9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CA8CE7-3981-4C88-41A4-667FE4B983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5D270B-969B-45F8-A2F1-026DFE6789D9}" type="datetimeFigureOut">
              <a:rPr lang="pt-BR" smtClean="0"/>
              <a:t>02/09/2025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0AF37A-CB83-59AE-6261-FF811685FE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E4C69E-7A81-ABCD-7B73-70EFBDAEB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C78B8-867E-4580-95D6-FD938821F170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53851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0528A88-0DD6-350A-6BB5-B286D1010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AD1CB0-2CF9-CFD8-5735-2BFCF237EE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049F13-C7B1-87C0-28E8-014C661186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5D270B-969B-45F8-A2F1-026DFE6789D9}" type="datetimeFigureOut">
              <a:rPr lang="pt-BR" smtClean="0"/>
              <a:t>02/09/2025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005CD6-C98E-D2F9-1FFA-B068633BBE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1D728D-1673-ABE2-F569-77A7888252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7C78B8-867E-4580-95D6-FD938821F170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75138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3578240D-F85F-6D3F-C570-A694A26622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972822" cy="5486411"/>
          </a:xfrm>
          <a:prstGeom prst="rect">
            <a:avLst/>
          </a:prstGeom>
        </p:spPr>
      </p:pic>
      <p:pic>
        <p:nvPicPr>
          <p:cNvPr id="7" name="Picture 6" descr="A graph of numbers and lines&#10;&#10;AI-generated content may be incorrect.">
            <a:extLst>
              <a:ext uri="{FF2B5EF4-FFF2-40B4-BE49-F238E27FC236}">
                <a16:creationId xmlns:a16="http://schemas.microsoft.com/office/drawing/2014/main" id="{83BA00A5-7F2D-1792-D894-C6BC8CD706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15546"/>
            <a:ext cx="10972822" cy="5486411"/>
          </a:xfrm>
          <a:prstGeom prst="rect">
            <a:avLst/>
          </a:prstGeom>
        </p:spPr>
      </p:pic>
      <p:pic>
        <p:nvPicPr>
          <p:cNvPr id="9" name="Picture 8" descr="A graph of a number&#10;&#10;AI-generated content may be incorrect.">
            <a:extLst>
              <a:ext uri="{FF2B5EF4-FFF2-40B4-BE49-F238E27FC236}">
                <a16:creationId xmlns:a16="http://schemas.microsoft.com/office/drawing/2014/main" id="{83962356-72BC-725C-A44E-C2AF397DC28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592992"/>
            <a:ext cx="10972822" cy="5486411"/>
          </a:xfrm>
          <a:prstGeom prst="rect">
            <a:avLst/>
          </a:prstGeom>
        </p:spPr>
      </p:pic>
      <p:pic>
        <p:nvPicPr>
          <p:cNvPr id="11" name="Picture 10" descr="A graph of a chemical reaction&#10;&#10;AI-generated content may be incorrect.">
            <a:extLst>
              <a:ext uri="{FF2B5EF4-FFF2-40B4-BE49-F238E27FC236}">
                <a16:creationId xmlns:a16="http://schemas.microsoft.com/office/drawing/2014/main" id="{62A11994-5619-0AB5-D0A3-F0C03A3D2CA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003203"/>
            <a:ext cx="10972822" cy="548641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3DE7AAA-0153-8BF0-B895-C270A5F1350E}"/>
              </a:ext>
            </a:extLst>
          </p:cNvPr>
          <p:cNvSpPr txBox="1"/>
          <p:nvPr/>
        </p:nvSpPr>
        <p:spPr>
          <a:xfrm>
            <a:off x="0" y="-52645"/>
            <a:ext cx="18097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a)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315FB7-1885-EFAD-B10A-C99F76604433}"/>
              </a:ext>
            </a:extLst>
          </p:cNvPr>
          <p:cNvSpPr txBox="1"/>
          <p:nvPr/>
        </p:nvSpPr>
        <p:spPr>
          <a:xfrm>
            <a:off x="-22" y="5262901"/>
            <a:ext cx="18097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b)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1816FC9-2FB9-DD94-F4BB-11180C5A2E0F}"/>
              </a:ext>
            </a:extLst>
          </p:cNvPr>
          <p:cNvSpPr txBox="1"/>
          <p:nvPr/>
        </p:nvSpPr>
        <p:spPr>
          <a:xfrm>
            <a:off x="-22" y="10598093"/>
            <a:ext cx="18097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c)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478F10C-462D-81F4-0015-54649F191DB0}"/>
              </a:ext>
            </a:extLst>
          </p:cNvPr>
          <p:cNvSpPr txBox="1"/>
          <p:nvPr/>
        </p:nvSpPr>
        <p:spPr>
          <a:xfrm>
            <a:off x="0" y="16060949"/>
            <a:ext cx="18097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d)</a:t>
            </a:r>
          </a:p>
        </p:txBody>
      </p:sp>
    </p:spTree>
    <p:extLst>
      <p:ext uri="{BB962C8B-B14F-4D97-AF65-F5344CB8AC3E}">
        <p14:creationId xmlns:p14="http://schemas.microsoft.com/office/powerpoint/2010/main" val="16806016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C7FF8D-8B66-1939-CACD-BC3535C999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graph with numbers and lines&#10;&#10;AI-generated content may be incorrect.">
            <a:extLst>
              <a:ext uri="{FF2B5EF4-FFF2-40B4-BE49-F238E27FC236}">
                <a16:creationId xmlns:a16="http://schemas.microsoft.com/office/drawing/2014/main" id="{FBA85643-EBD4-5323-3278-71DF20776A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517984"/>
            <a:ext cx="10972822" cy="5486411"/>
          </a:xfrm>
          <a:prstGeom prst="rect">
            <a:avLst/>
          </a:prstGeom>
        </p:spPr>
      </p:pic>
      <p:pic>
        <p:nvPicPr>
          <p:cNvPr id="6" name="Picture 5" descr="A graph with numbers and lines&#10;&#10;AI-generated content may be incorrect.">
            <a:extLst>
              <a:ext uri="{FF2B5EF4-FFF2-40B4-BE49-F238E27FC236}">
                <a16:creationId xmlns:a16="http://schemas.microsoft.com/office/drawing/2014/main" id="{C032E72C-D616-2C66-C5D8-EA9DAEAD73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258992"/>
            <a:ext cx="10972822" cy="5486411"/>
          </a:xfrm>
          <a:prstGeom prst="rect">
            <a:avLst/>
          </a:prstGeom>
        </p:spPr>
      </p:pic>
      <p:pic>
        <p:nvPicPr>
          <p:cNvPr id="3" name="Picture 2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341D5323-87A2-5C86-ECC6-1EBA27762B0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2" y="0"/>
            <a:ext cx="10972822" cy="548641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E003DCD-7988-4836-4C1B-6436F4242C97}"/>
              </a:ext>
            </a:extLst>
          </p:cNvPr>
          <p:cNvSpPr txBox="1"/>
          <p:nvPr/>
        </p:nvSpPr>
        <p:spPr>
          <a:xfrm>
            <a:off x="0" y="-52645"/>
            <a:ext cx="18097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a)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956FFB4-B6EC-1023-AD91-F51935BB68F0}"/>
              </a:ext>
            </a:extLst>
          </p:cNvPr>
          <p:cNvSpPr txBox="1"/>
          <p:nvPr/>
        </p:nvSpPr>
        <p:spPr>
          <a:xfrm>
            <a:off x="-22" y="5262901"/>
            <a:ext cx="18097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b)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FC9FD72-B5EA-48E7-E1C5-F5A7FB624F0C}"/>
              </a:ext>
            </a:extLst>
          </p:cNvPr>
          <p:cNvSpPr txBox="1"/>
          <p:nvPr/>
        </p:nvSpPr>
        <p:spPr>
          <a:xfrm>
            <a:off x="-22" y="10598093"/>
            <a:ext cx="18097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c)</a:t>
            </a:r>
          </a:p>
        </p:txBody>
      </p:sp>
    </p:spTree>
    <p:extLst>
      <p:ext uri="{BB962C8B-B14F-4D97-AF65-F5344CB8AC3E}">
        <p14:creationId xmlns:p14="http://schemas.microsoft.com/office/powerpoint/2010/main" val="36313730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</TotalTime>
  <Words>14</Words>
  <Application>Microsoft Office PowerPoint</Application>
  <PresentationFormat>Widescreen</PresentationFormat>
  <Paragraphs>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Matheus Maximo</dc:creator>
  <cp:lastModifiedBy>Matheus Maximo</cp:lastModifiedBy>
  <cp:revision>1</cp:revision>
  <dcterms:created xsi:type="dcterms:W3CDTF">2025-09-02T11:39:43Z</dcterms:created>
  <dcterms:modified xsi:type="dcterms:W3CDTF">2025-09-02T13:47:31Z</dcterms:modified>
</cp:coreProperties>
</file>